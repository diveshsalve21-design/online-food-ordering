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0CD340-FFFB-43AF-989C-352F751C8B33}" v="1" dt="2026-08-08T19:09:56.7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74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274320"/>
            <a:ext cx="0" cy="9144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1600200" y="3200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Basic Details of the Team and Problem Statement</a:t>
            </a:r>
            <a:endParaRPr lang="en-US" sz="2600"/>
          </a:p>
        </p:txBody>
      </p:sp>
      <p:sp>
        <p:nvSpPr>
          <p:cNvPr id="5" name="Shape 2"/>
          <p:cNvSpPr/>
          <p:nvPr/>
        </p:nvSpPr>
        <p:spPr>
          <a:xfrm>
            <a:off x="411480" y="1298448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915275" y="1737359"/>
            <a:ext cx="3514725" cy="2653665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000"/>
          </a:p>
        </p:txBody>
      </p:sp>
      <p:sp>
        <p:nvSpPr>
          <p:cNvPr id="7" name="Shape 4"/>
          <p:cNvSpPr/>
          <p:nvPr/>
        </p:nvSpPr>
        <p:spPr>
          <a:xfrm>
            <a:off x="8477250" y="1965960"/>
            <a:ext cx="2541270" cy="1417320"/>
          </a:xfrm>
          <a:prstGeom prst="roundRect">
            <a:avLst>
              <a:gd name="adj" fmla="val 25806"/>
            </a:avLst>
          </a:prstGeom>
          <a:solidFill>
            <a:srgbClr val="E4372A"/>
          </a:solidFill>
          <a:ln w="12700">
            <a:solidFill>
              <a:srgbClr val="E43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549640" y="20116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🍔</a:t>
            </a:r>
            <a:endParaRPr lang="en-US" sz="2600"/>
          </a:p>
        </p:txBody>
      </p:sp>
      <p:sp>
        <p:nvSpPr>
          <p:cNvPr id="9" name="Text 6"/>
          <p:cNvSpPr/>
          <p:nvPr/>
        </p:nvSpPr>
        <p:spPr>
          <a:xfrm>
            <a:off x="854964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</a:t>
            </a:r>
            <a:endParaRPr lang="en-US" sz="1500"/>
          </a:p>
        </p:txBody>
      </p:sp>
      <p:sp>
        <p:nvSpPr>
          <p:cNvPr id="10" name="Text 7"/>
          <p:cNvSpPr/>
          <p:nvPr/>
        </p:nvSpPr>
        <p:spPr>
          <a:xfrm>
            <a:off x="8138160" y="3520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Ordering Platform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45720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</a:t>
            </a:r>
            <a:endParaRPr lang="en-US" sz="200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Multi-Restaurant Ordering Complexity, High Delivery Fees &amp; Group Order Friction</a:t>
            </a:r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Food Fusion Innovators</a:t>
            </a:r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Name: </a:t>
            </a:r>
            <a:r>
              <a:rPr lang="en-US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Divesh Salve</a:t>
            </a:r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850"/>
          </a:p>
        </p:txBody>
      </p:sp>
      <p:sp>
        <p:nvSpPr>
          <p:cNvPr id="16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365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Fusion – Proposed Solution</a:t>
            </a:r>
            <a:endParaRPr lang="en-US" sz="240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details along with features:</a:t>
            </a:r>
            <a:endParaRPr lang="en-US" sz="1050"/>
          </a:p>
        </p:txBody>
      </p:sp>
      <p:sp>
        <p:nvSpPr>
          <p:cNvPr id="7" name="Shape 4"/>
          <p:cNvSpPr/>
          <p:nvPr/>
        </p:nvSpPr>
        <p:spPr>
          <a:xfrm>
            <a:off x="457200" y="2167128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2960" y="213055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Multi-Hotel Single Cart Engine: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 dishes from multiple restaurants into 1 single cart with combined delivery fee discounts.</a:t>
            </a:r>
            <a:endParaRPr lang="en-US" sz="1200" b="1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22960" y="284378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Group Order Room &amp; QR Code: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Friends scan QR code (FF-ROOM-9821) to add items &amp; auto-split bills.</a:t>
            </a:r>
            <a:endParaRPr lang="en-US" sz="1200" b="1"/>
          </a:p>
        </p:txBody>
      </p:sp>
      <p:sp>
        <p:nvSpPr>
          <p:cNvPr id="11" name="Shape 8"/>
          <p:cNvSpPr/>
          <p:nvPr/>
        </p:nvSpPr>
        <p:spPr>
          <a:xfrm>
            <a:off x="457200" y="3593592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2960" y="355701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Support Chatbot: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Floating AI assistant for instant order status, coupon help &amp; support resolution.</a:t>
            </a:r>
            <a:endParaRPr lang="en-US" sz="1200" b="1"/>
          </a:p>
        </p:txBody>
      </p:sp>
      <p:sp>
        <p:nvSpPr>
          <p:cNvPr id="13" name="Shape 10"/>
          <p:cNvSpPr/>
          <p:nvPr/>
        </p:nvSpPr>
        <p:spPr>
          <a:xfrm>
            <a:off x="457200" y="4306824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2960" y="427024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3D Fortune Wheel: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wheel rewards (1 daily spin + bonus spin on food orders).</a:t>
            </a:r>
            <a:endParaRPr lang="en-US" sz="1200" b="1"/>
          </a:p>
        </p:txBody>
      </p:sp>
      <p:sp>
        <p:nvSpPr>
          <p:cNvPr id="15" name="Shape 12"/>
          <p:cNvSpPr/>
          <p:nvPr/>
        </p:nvSpPr>
        <p:spPr>
          <a:xfrm>
            <a:off x="457200" y="5020056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22960" y="49834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HD Image Zoom Lightbox: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Full-screen 300% zoom controls for food dish images.</a:t>
            </a:r>
            <a:endParaRPr lang="en-US" sz="1200" b="1"/>
          </a:p>
        </p:txBody>
      </p:sp>
      <p:sp>
        <p:nvSpPr>
          <p:cNvPr id="17" name="Shape 14"/>
          <p:cNvSpPr/>
          <p:nvPr/>
        </p:nvSpPr>
        <p:spPr>
          <a:xfrm>
            <a:off x="457200" y="5733288"/>
            <a:ext cx="256032" cy="256032"/>
          </a:xfrm>
          <a:prstGeom prst="ellipse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22960" y="569671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Veg / Non-Veg Mode:</a:t>
            </a:r>
            <a:r>
              <a:rPr lang="en-US" sz="1200" b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One-click dietary filter.</a:t>
            </a:r>
            <a:endParaRPr lang="en-US" sz="1200" b="1"/>
          </a:p>
        </p:txBody>
      </p:sp>
      <p:sp>
        <p:nvSpPr>
          <p:cNvPr id="19" name="Shape 16"/>
          <p:cNvSpPr/>
          <p:nvPr/>
        </p:nvSpPr>
        <p:spPr>
          <a:xfrm>
            <a:off x="6263640" y="141732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 Diagram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6537960" y="21031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E4372A"/>
          </a:solidFill>
          <a:ln w="12700">
            <a:solidFill>
              <a:srgbClr val="E43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537960" y="21031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Select Dishes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(Multi-Hotel)</a:t>
            </a:r>
            <a:endParaRPr lang="en-US" sz="1050"/>
          </a:p>
        </p:txBody>
      </p:sp>
      <p:sp>
        <p:nvSpPr>
          <p:cNvPr id="23" name="Shape 20"/>
          <p:cNvSpPr/>
          <p:nvPr/>
        </p:nvSpPr>
        <p:spPr>
          <a:xfrm>
            <a:off x="7955280" y="2491740"/>
            <a:ext cx="182880" cy="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8138160" y="21031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D6FE0"/>
          </a:solidFill>
          <a:ln w="12700">
            <a:solidFill>
              <a:srgbClr val="2D6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138160" y="21031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Group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QR</a:t>
            </a:r>
            <a:endParaRPr lang="en-US" sz="1050"/>
          </a:p>
        </p:txBody>
      </p:sp>
      <p:sp>
        <p:nvSpPr>
          <p:cNvPr id="26" name="Shape 23"/>
          <p:cNvSpPr/>
          <p:nvPr/>
        </p:nvSpPr>
        <p:spPr>
          <a:xfrm>
            <a:off x="9555480" y="2491740"/>
            <a:ext cx="182880" cy="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9738360" y="21031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9738360" y="21031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 Bill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6537960" y="338328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7B4FE0"/>
          </a:solidFill>
          <a:ln w="12700">
            <a:solidFill>
              <a:srgbClr val="7B4F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537960" y="33832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Python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Math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7955280" y="3771900"/>
            <a:ext cx="182880" cy="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8138160" y="338328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D89A1A"/>
          </a:solidFill>
          <a:ln w="12700">
            <a:solidFill>
              <a:srgbClr val="D89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8138160" y="33832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Razorpay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50"/>
          </a:p>
        </p:txBody>
      </p:sp>
      <p:sp>
        <p:nvSpPr>
          <p:cNvPr id="34" name="Shape 31"/>
          <p:cNvSpPr/>
          <p:nvPr/>
        </p:nvSpPr>
        <p:spPr>
          <a:xfrm>
            <a:off x="9555480" y="3771900"/>
            <a:ext cx="182880" cy="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9738360" y="338328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D6376B"/>
          </a:solidFill>
          <a:ln w="12700">
            <a:solidFill>
              <a:srgbClr val="D637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9738360" y="33832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3D Spin</a:t>
            </a:r>
            <a:endParaRPr lang="en-US" sz="10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050"/>
          </a:p>
        </p:txBody>
      </p:sp>
      <p:sp>
        <p:nvSpPr>
          <p:cNvPr id="37" name="Shape 34"/>
          <p:cNvSpPr/>
          <p:nvPr/>
        </p:nvSpPr>
        <p:spPr>
          <a:xfrm>
            <a:off x="10447020" y="2880360"/>
            <a:ext cx="0" cy="50292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7246620" y="3131820"/>
            <a:ext cx="3200400" cy="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6537960" y="4617720"/>
            <a:ext cx="4617720" cy="64008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6537960" y="4617720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Live Map Tracking (Rider Naman)</a:t>
            </a:r>
            <a:endParaRPr lang="en-US" sz="1100"/>
          </a:p>
        </p:txBody>
      </p:sp>
      <p:sp>
        <p:nvSpPr>
          <p:cNvPr id="41" name="Shape 38"/>
          <p:cNvSpPr/>
          <p:nvPr/>
        </p:nvSpPr>
        <p:spPr>
          <a:xfrm>
            <a:off x="7246620" y="4160520"/>
            <a:ext cx="0" cy="457200"/>
          </a:xfrm>
          <a:prstGeom prst="line">
            <a:avLst/>
          </a:prstGeom>
          <a:noFill/>
          <a:ln w="15875">
            <a:solidFill>
              <a:srgbClr val="5C5C6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492240" y="5394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No 01 - Process Flow Diagram</a:t>
            </a:r>
            <a:endParaRPr lang="en-US" sz="900"/>
          </a:p>
        </p:txBody>
      </p:sp>
      <p:sp>
        <p:nvSpPr>
          <p:cNvPr id="43" name="Text 4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850"/>
          </a:p>
        </p:txBody>
      </p:sp>
      <p:sp>
        <p:nvSpPr>
          <p:cNvPr id="44" name="Text 4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365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USP</a:t>
            </a:r>
            <a:endParaRPr lang="en-US" sz="320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3"/>
          <p:cNvSpPr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B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and Technologies Used</a:t>
            </a:r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TanStack Router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731520" y="279806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AI Delivery Support Bot Engine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731520" y="3401568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Motion: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Glassmorphism, SVG Engine</a:t>
            </a:r>
            <a:endParaRPr lang="en-US" sz="1400"/>
          </a:p>
        </p:txBody>
      </p:sp>
      <p:sp>
        <p:nvSpPr>
          <p:cNvPr id="10" name="Text 7"/>
          <p:cNvSpPr/>
          <p:nvPr/>
        </p:nvSpPr>
        <p:spPr>
          <a:xfrm>
            <a:off x="731520" y="4005072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(FastAPI / Flask server.py)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731520" y="4608576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Engine: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/ Nitro SSR Engine</a:t>
            </a:r>
            <a:endParaRPr lang="en-US" sz="1400"/>
          </a:p>
        </p:txBody>
      </p:sp>
      <p:sp>
        <p:nvSpPr>
          <p:cNvPr id="12" name="Text 9"/>
          <p:cNvSpPr/>
          <p:nvPr/>
        </p:nvSpPr>
        <p:spPr>
          <a:xfrm>
            <a:off x="731520" y="5212080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DB SDK + Local Persistence Store</a:t>
            </a:r>
            <a:endParaRPr lang="en-US" sz="1400"/>
          </a:p>
        </p:txBody>
      </p:sp>
      <p:sp>
        <p:nvSpPr>
          <p:cNvPr id="13" name="Text 10"/>
          <p:cNvSpPr/>
          <p:nvPr/>
        </p:nvSpPr>
        <p:spPr>
          <a:xfrm>
            <a:off x="731520" y="5815584"/>
            <a:ext cx="4846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Icons:  </a:t>
            </a: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Sandbox, Lucide React Icons</a:t>
            </a:r>
            <a:endParaRPr lang="en-US" sz="1400"/>
          </a:p>
        </p:txBody>
      </p:sp>
      <p:sp>
        <p:nvSpPr>
          <p:cNvPr id="14" name="Shape 11"/>
          <p:cNvSpPr/>
          <p:nvPr/>
        </p:nvSpPr>
        <p:spPr>
          <a:xfrm>
            <a:off x="6309360" y="1417320"/>
            <a:ext cx="5422392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2"/>
          <p:cNvSpPr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B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Projects vs Food Fusion USP</a:t>
            </a:r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0" y="214884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(Zomato / Swiggy):</a:t>
            </a:r>
            <a:endParaRPr lang="en-US" sz="1600"/>
          </a:p>
        </p:txBody>
      </p:sp>
      <p:sp>
        <p:nvSpPr>
          <p:cNvPr id="17" name="Text 14"/>
          <p:cNvSpPr/>
          <p:nvPr/>
        </p:nvSpPr>
        <p:spPr>
          <a:xfrm>
            <a:off x="6583680" y="24688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1 hotel per order (double delivery fees)</a:t>
            </a:r>
            <a:endParaRPr lang="en-US" sz="140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 calculations during group dining</a:t>
            </a:r>
            <a:endParaRPr lang="en-US" sz="140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support forms with delayed resolution</a:t>
            </a:r>
            <a:endParaRPr lang="en-US" sz="1400"/>
          </a:p>
        </p:txBody>
      </p:sp>
      <p:sp>
        <p:nvSpPr>
          <p:cNvPr id="18" name="Text 15"/>
          <p:cNvSpPr/>
          <p:nvPr/>
        </p:nvSpPr>
        <p:spPr>
          <a:xfrm>
            <a:off x="6583680" y="37947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B8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Unique Selling Proposition (USP):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6583680" y="4160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Multi-Hotel Single Cart:</a:t>
            </a:r>
            <a:r>
              <a:rPr lang="en-US" sz="12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Order from 2+ hotels in 1 checkout</a:t>
            </a:r>
            <a:endParaRPr lang="en-US" sz="1200"/>
          </a:p>
        </p:txBody>
      </p:sp>
      <p:sp>
        <p:nvSpPr>
          <p:cNvPr id="20" name="Text 17"/>
          <p:cNvSpPr/>
          <p:nvPr/>
        </p:nvSpPr>
        <p:spPr>
          <a:xfrm>
            <a:off x="658368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Group Room &amp; QR Code:</a:t>
            </a:r>
            <a:r>
              <a:rPr lang="en-US" sz="12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Automated bill splitter per member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583680" y="5166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Delivery Support Chatbot:</a:t>
            </a:r>
            <a:r>
              <a:rPr lang="en-US" sz="12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Instant automated assistance</a:t>
            </a:r>
            <a:endParaRPr lang="en-US" sz="1200"/>
          </a:p>
        </p:txBody>
      </p:sp>
      <p:sp>
        <p:nvSpPr>
          <p:cNvPr id="22" name="Text 19"/>
          <p:cNvSpPr/>
          <p:nvPr/>
        </p:nvSpPr>
        <p:spPr>
          <a:xfrm>
            <a:off x="6583680" y="56692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3D Spin Wheel:</a:t>
            </a:r>
            <a:r>
              <a:rPr lang="en-US" sz="12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Instant coupon unlocks</a:t>
            </a:r>
            <a:endParaRPr lang="en-US" sz="120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1000"/>
          </a:p>
        </p:txBody>
      </p:sp>
      <p:sp>
        <p:nvSpPr>
          <p:cNvPr id="24" name="Text 2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320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Fusion – Key Unique Features &amp; Innovations</a:t>
            </a:r>
            <a:endParaRPr lang="en-US" sz="320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6" name="Shape 3"/>
          <p:cNvSpPr/>
          <p:nvPr/>
        </p:nvSpPr>
        <p:spPr>
          <a:xfrm>
            <a:off x="457200" y="375818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7" name="Text 4"/>
          <p:cNvSpPr/>
          <p:nvPr/>
        </p:nvSpPr>
        <p:spPr>
          <a:xfrm>
            <a:off x="640080" y="16276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Delivery Support Chatbot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640080" y="2194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interactive AI assistant (Food Fusion AI Delivery Assistant) providing real-time order tracking, coupon assistance, and instant query resolution.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4251960" y="146304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0" name="Shape 7"/>
          <p:cNvSpPr/>
          <p:nvPr/>
        </p:nvSpPr>
        <p:spPr>
          <a:xfrm>
            <a:off x="4251960" y="375818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1" name="Text 8"/>
          <p:cNvSpPr/>
          <p:nvPr/>
        </p:nvSpPr>
        <p:spPr>
          <a:xfrm>
            <a:off x="4434840" y="16276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 Multi-Hotel Single Cart Engine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4434840" y="2194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dishes from multiple partner restaurants in 1 single checkout. Automatically calculates combined delivery savings (saves ₹39+ per extra hotel).</a:t>
            </a:r>
            <a:endParaRPr lang="en-US" sz="1100"/>
          </a:p>
        </p:txBody>
      </p:sp>
      <p:sp>
        <p:nvSpPr>
          <p:cNvPr id="13" name="Shape 10"/>
          <p:cNvSpPr/>
          <p:nvPr/>
        </p:nvSpPr>
        <p:spPr>
          <a:xfrm>
            <a:off x="8046720" y="146304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Shape 11"/>
          <p:cNvSpPr/>
          <p:nvPr/>
        </p:nvSpPr>
        <p:spPr>
          <a:xfrm>
            <a:off x="8046720" y="375818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5" name="Text 12"/>
          <p:cNvSpPr/>
          <p:nvPr/>
        </p:nvSpPr>
        <p:spPr>
          <a:xfrm>
            <a:off x="8229600" y="162763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🎡  Gamified 3D Vector Fortune Wheel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8229600" y="219456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SVG spin wheel with food sticker emojis. Enforces 1 daily spin limit + 1 bonus spin awarded on every food order.</a:t>
            </a:r>
            <a:endParaRPr lang="en-US" sz="110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8" name="Shape 15"/>
          <p:cNvSpPr/>
          <p:nvPr/>
        </p:nvSpPr>
        <p:spPr>
          <a:xfrm>
            <a:off x="457200" y="631850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19" name="Text 16"/>
          <p:cNvSpPr/>
          <p:nvPr/>
        </p:nvSpPr>
        <p:spPr>
          <a:xfrm>
            <a:off x="640080" y="41879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AI Group Order Room &amp; QR Bill Splitter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640080" y="47548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4-digit room code (FF-ROOM-9821) and SVG QR code. Friends scan QR to join, add items, and view individual bill splits in real-time.</a:t>
            </a:r>
            <a:endParaRPr lang="en-US" sz="1100"/>
          </a:p>
        </p:txBody>
      </p:sp>
      <p:sp>
        <p:nvSpPr>
          <p:cNvPr id="21" name="Shape 18"/>
          <p:cNvSpPr/>
          <p:nvPr/>
        </p:nvSpPr>
        <p:spPr>
          <a:xfrm>
            <a:off x="4251960" y="4023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2" name="Shape 19"/>
          <p:cNvSpPr/>
          <p:nvPr/>
        </p:nvSpPr>
        <p:spPr>
          <a:xfrm>
            <a:off x="4251960" y="631850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3" name="Text 20"/>
          <p:cNvSpPr/>
          <p:nvPr/>
        </p:nvSpPr>
        <p:spPr>
          <a:xfrm>
            <a:off x="4434840" y="41879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🥦  Instant Pure Veg vs Non-Veg Dietary Mode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4434840" y="47548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instant theme transformation filtering vegetarian items with green Pure Veg badges and 1000px Ultra-HD photography.</a:t>
            </a:r>
            <a:endParaRPr lang="en-US" sz="1100"/>
          </a:p>
        </p:txBody>
      </p:sp>
      <p:sp>
        <p:nvSpPr>
          <p:cNvPr id="25" name="Shape 22"/>
          <p:cNvSpPr/>
          <p:nvPr/>
        </p:nvSpPr>
        <p:spPr>
          <a:xfrm>
            <a:off x="8046720" y="4023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6" name="Shape 23"/>
          <p:cNvSpPr/>
          <p:nvPr/>
        </p:nvSpPr>
        <p:spPr>
          <a:xfrm>
            <a:off x="8046720" y="6318504"/>
            <a:ext cx="3611880" cy="36576"/>
          </a:xfrm>
          <a:prstGeom prst="rect">
            <a:avLst/>
          </a:prstGeom>
          <a:solidFill>
            <a:srgbClr val="E4372A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7" name="Text 24"/>
          <p:cNvSpPr/>
          <p:nvPr/>
        </p:nvSpPr>
        <p:spPr>
          <a:xfrm>
            <a:off x="8229600" y="418795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Double-Click 300% HD Image Zoom Lightbox</a:t>
            </a:r>
            <a:endParaRPr lang="en-US" sz="1600"/>
          </a:p>
        </p:txBody>
      </p:sp>
      <p:sp>
        <p:nvSpPr>
          <p:cNvPr id="28" name="Text 25"/>
          <p:cNvSpPr/>
          <p:nvPr/>
        </p:nvSpPr>
        <p:spPr>
          <a:xfrm>
            <a:off x="8229600" y="4754880"/>
            <a:ext cx="3246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Double-clicking food dish thumbnails opens a full-screen Lightbox with 300% HD zoom controls (Zoom In, Zoom Out, Reset) and 1-click cart addition.</a:t>
            </a:r>
            <a:endParaRPr lang="en-US" sz="1100"/>
          </a:p>
        </p:txBody>
      </p:sp>
      <p:sp>
        <p:nvSpPr>
          <p:cNvPr id="29" name="Text 26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1050"/>
          </a:p>
        </p:txBody>
      </p:sp>
      <p:sp>
        <p:nvSpPr>
          <p:cNvPr id="30" name="Text 27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365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</a:t>
            </a:r>
            <a:endParaRPr lang="en-US" sz="320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used (documentation, GitHub repository, and technical specifications):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548640" y="2057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Code Repository:  </a:t>
            </a:r>
            <a:r>
              <a:rPr lang="en-US" sz="1600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github.com/diveshsalve21-design/online-food-ordering.git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REST API Framework:  </a:t>
            </a:r>
            <a:r>
              <a:rPr lang="en-US" sz="1600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Python 3.11 Documentation (fastapi.tiangolo.com)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&amp; TypeScript Framework:  </a:t>
            </a:r>
            <a:r>
              <a:rPr lang="en-US" sz="1600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Docs &amp; TanStack Start SSR Engine (tanstack.com/start)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Database &amp; Authentication SDK:  </a:t>
            </a:r>
            <a:r>
              <a:rPr lang="en-US" sz="1600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JavaScript SDK Documentation (supabase.com/docs)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48640" y="4800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UI Design System &amp; Styling:  </a:t>
            </a:r>
            <a:r>
              <a:rPr lang="en-US" sz="1600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&amp; Glassmorphism Design Specs (tailwindcss.com)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1000"/>
          </a:p>
        </p:txBody>
      </p:sp>
      <p:sp>
        <p:nvSpPr>
          <p:cNvPr id="12" name="Text 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oodfusion/v2v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00200" y="365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C1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Member Details</a:t>
            </a:r>
            <a:endParaRPr lang="en-US" sz="3200"/>
          </a:p>
        </p:txBody>
      </p:sp>
      <p:sp>
        <p:nvSpPr>
          <p:cNvPr id="4" name="Shape 1"/>
          <p:cNvSpPr/>
          <p:nvPr/>
        </p:nvSpPr>
        <p:spPr>
          <a:xfrm>
            <a:off x="411480" y="1234440"/>
            <a:ext cx="113842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E4372A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Name: </a:t>
            </a:r>
            <a:r>
              <a:rPr lang="en-US" sz="16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Divesh Salve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6309360" y="1783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Diploma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Computer Engineering (CO)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914400" y="2441448"/>
            <a:ext cx="10332720" cy="0"/>
          </a:xfrm>
          <a:prstGeom prst="line">
            <a:avLst/>
          </a:prstGeom>
          <a:noFill/>
          <a:ln w="12700">
            <a:solidFill>
              <a:srgbClr val="F0C9C4"/>
            </a:solidFill>
            <a:prstDash val="dash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ext 7"/>
          <p:cNvSpPr/>
          <p:nvPr/>
        </p:nvSpPr>
        <p:spPr>
          <a:xfrm>
            <a:off x="914400" y="26974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1 Name: </a:t>
            </a:r>
            <a:r>
              <a:rPr lang="en-US" sz="16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Pritesh Kanitkar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6309360" y="2697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Diploma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832104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Computer Engineering (CO)</a:t>
            </a:r>
            <a:endParaRPr lang="en-US" sz="1600"/>
          </a:p>
        </p:txBody>
      </p:sp>
      <p:sp>
        <p:nvSpPr>
          <p:cNvPr id="13" name="Shape 10"/>
          <p:cNvSpPr/>
          <p:nvPr/>
        </p:nvSpPr>
        <p:spPr>
          <a:xfrm>
            <a:off x="914400" y="3355848"/>
            <a:ext cx="10332720" cy="0"/>
          </a:xfrm>
          <a:prstGeom prst="line">
            <a:avLst/>
          </a:prstGeom>
          <a:noFill/>
          <a:ln w="12700">
            <a:solidFill>
              <a:srgbClr val="F0C9C4"/>
            </a:solidFill>
            <a:prstDash val="dash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1"/>
          <p:cNvSpPr/>
          <p:nvPr/>
        </p:nvSpPr>
        <p:spPr>
          <a:xfrm>
            <a:off x="914400" y="36118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2 Name: </a:t>
            </a:r>
            <a:r>
              <a:rPr lang="en-US" sz="16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Rashmin Oak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630936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Diploma</a:t>
            </a:r>
            <a:endParaRPr lang="en-US" sz="1600"/>
          </a:p>
        </p:txBody>
      </p:sp>
      <p:sp>
        <p:nvSpPr>
          <p:cNvPr id="16" name="Text 13"/>
          <p:cNvSpPr/>
          <p:nvPr/>
        </p:nvSpPr>
        <p:spPr>
          <a:xfrm>
            <a:off x="8321040" y="36118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Computer Engineering (CO)</a:t>
            </a:r>
            <a:endParaRPr lang="en-US" sz="1600"/>
          </a:p>
        </p:txBody>
      </p:sp>
      <p:sp>
        <p:nvSpPr>
          <p:cNvPr id="17" name="Shape 14"/>
          <p:cNvSpPr/>
          <p:nvPr/>
        </p:nvSpPr>
        <p:spPr>
          <a:xfrm>
            <a:off x="914400" y="4270248"/>
            <a:ext cx="10332720" cy="0"/>
          </a:xfrm>
          <a:prstGeom prst="line">
            <a:avLst/>
          </a:prstGeom>
          <a:noFill/>
          <a:ln w="12700">
            <a:solidFill>
              <a:srgbClr val="F0C9C4"/>
            </a:solidFill>
            <a:prstDash val="dash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5"/>
          <p:cNvSpPr/>
          <p:nvPr/>
        </p:nvSpPr>
        <p:spPr>
          <a:xfrm>
            <a:off x="914400" y="45262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3 Name: </a:t>
            </a:r>
            <a:r>
              <a:rPr lang="en-US" sz="16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Himanshu Medhe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630936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Diploma</a:t>
            </a:r>
            <a:endParaRPr lang="en-US" sz="1600"/>
          </a:p>
        </p:txBody>
      </p:sp>
      <p:sp>
        <p:nvSpPr>
          <p:cNvPr id="20" name="Text 17"/>
          <p:cNvSpPr/>
          <p:nvPr/>
        </p:nvSpPr>
        <p:spPr>
          <a:xfrm>
            <a:off x="8321040" y="4526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Computer Engineering (CO)</a:t>
            </a:r>
            <a:endParaRPr lang="en-US" sz="1600"/>
          </a:p>
        </p:txBody>
      </p:sp>
      <p:sp>
        <p:nvSpPr>
          <p:cNvPr id="21" name="Shape 18"/>
          <p:cNvSpPr/>
          <p:nvPr/>
        </p:nvSpPr>
        <p:spPr>
          <a:xfrm>
            <a:off x="914400" y="5184648"/>
            <a:ext cx="10332720" cy="0"/>
          </a:xfrm>
          <a:prstGeom prst="line">
            <a:avLst/>
          </a:prstGeom>
          <a:noFill/>
          <a:ln w="12700">
            <a:solidFill>
              <a:srgbClr val="F0C9C4"/>
            </a:solidFill>
            <a:prstDash val="dash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19"/>
          <p:cNvSpPr/>
          <p:nvPr/>
        </p:nvSpPr>
        <p:spPr>
          <a:xfrm>
            <a:off x="914400" y="54406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4 Name: </a:t>
            </a:r>
            <a:r>
              <a:rPr lang="en-US" sz="1600" b="1">
                <a:solidFill>
                  <a:srgbClr val="E4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Swaraj Angre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6309360" y="5440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Diploma</a:t>
            </a:r>
            <a:endParaRPr lang="en-US" sz="1600"/>
          </a:p>
        </p:txBody>
      </p:sp>
      <p:sp>
        <p:nvSpPr>
          <p:cNvPr id="24" name="Text 21"/>
          <p:cNvSpPr/>
          <p:nvPr/>
        </p:nvSpPr>
        <p:spPr>
          <a:xfrm>
            <a:off x="8321040" y="5440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C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Stream: Electronics &amp; Telecommunication (EXTC)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457200" y="6519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Fusion - Next-Generation Online Food Delivery System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C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827</Words>
  <Application>Microsoft Office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diveshsalve21@gmail.com</cp:lastModifiedBy>
  <cp:revision>4</cp:revision>
  <dcterms:created xsi:type="dcterms:W3CDTF">2026-08-08T19:04:54Z</dcterms:created>
  <dcterms:modified xsi:type="dcterms:W3CDTF">2026-08-08T19:29:04Z</dcterms:modified>
</cp:coreProperties>
</file>